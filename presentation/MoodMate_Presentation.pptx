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🌱 💙 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0A5F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MoodMate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Student Mood Tracking Web Application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เว็บแอปพลิเคชันบันทึกและวิเคราะห์สุขภาพอารมณ์สำหรับนักศึกษา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93C5F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Full-Stack Architecture: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Angular 22 + Node-RED + MySQL 8.0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93C5F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Containerized: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Docker Compose พร้อมใช้งานทุกแพลตฟอร์ม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93C5FD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Automated QA: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ผ่านการทดสอบ 21/21 Test Cases 100%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5212080"/>
            <a:ext cx="530352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2120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Angular 22  •  Chart.js  •  Node-RED  •  MySQL 8.0  •  Docker</a:t>
            </a:r>
            <a:endParaRPr lang="en-US" sz="1200" dirty="0"/>
          </a:p>
        </p:txBody>
      </p:sp>
      <p:pic>
        <p:nvPicPr>
          <p:cNvPr id="8" name="Image 0" descr="D:\MoodMate\presentation\screenshots\00_lan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1097280"/>
            <a:ext cx="50292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6F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01 / BACKGROUND &amp; MOTIVATION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3E5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ที่มาและความสำคัญของปัญหา (Problem Statement)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MoodMate — Student Mood Tracking Web Application | Demo Presentation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12064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⚠️ ปัญหาด้านสุขภาพใจในชีวิตมหาวิทยาลัย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ภาวะความเครียดสะสม: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นักศึกษาเผชิญแรงกดดันจากการเรียน สอบ งานกลุ่ม และการปรับตัว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ขาดการรู้เท่าทันอารมณ์ตนเอง: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ไม่ทราบว่าช่วงเวลาใดที่ความเครียดสูง จนนำไปสู่อาการ Burnout หรือซึมเศร้า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ขาดเครื่องมือติดตามที่เข้าถึงง่าย: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แอปพลิเคชันทั่วไปซับซ้อน หรือมีค่าใช้จ่าย และไม่ตอบโจทย์นักศึกษา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21208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459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F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🌱 โซลูชัน: MoodMate Web Application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663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บันทึกอารมณ์ประจำวันง่ายใน 1 นาที: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เลือกคะแนนอารมณ์ 5 ระดับ ระบุปัจจัยต้นเหตุ และชั่วโมงการนอน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สถิติและการวิเคราะห์เชิงลึก: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เห็นความสัมพันธ์ระหว่างการนอน พลังงาน และอารมณ์ผ่านกราฟทันที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แนะนำกิจกรรมดูแลใจ (Self-Care):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ระบบแนะนำแบบฝึกหายใจและกิจกรรมผ่อนคลายที่เหมาะกับสภาพจิตใจ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937760"/>
            <a:ext cx="10698480" cy="1188720"/>
          </a:xfrm>
          <a:prstGeom prst="roundRect">
            <a:avLst>
              <a:gd name="adj" fmla="val 9231"/>
            </a:avLst>
          </a:prstGeom>
          <a:solidFill>
            <a:srgbClr val="E8EFF9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507492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3A8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🎯 เป้าหมายสูงสุด: ส่งเสริมสุขภาวะทางอารมณ์ที่ดี (Emotional Well-being) ให้นักศึกษาสามารถเข้าถึงเครื่องมือดูแลตนเองได้ทุกที่ ทุกเวลา อย่างเป็นส่วนตัว ปลอดภัย และไร้ค่าใช้จ่าย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6F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02 / TECHNICAL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3E5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สถาปัตยกรรมระบบและเทคโนโลยี (System Architecture)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MoodMate — Student Mood Tracking Web Application | Demo Presentation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FRONTEND TIER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🅰️ Angular 22 &amp; Nginx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Single Page Application (SPA)
• Angular Signals &amp; Standalone Components
• SCSS Responsive Theme (Desktop &amp; Mobile)
• Chart.js โต้ตอบแสดงผลสถิติแบบ Real-time
• Nginx Container ให้บริการ Production Build
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6459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BACKEND API TIER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1920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🔴 Node-RED Flow Engine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Flow-based Visual API Architecture
• RESTful Endpoints: /api/auth, /api/moods
• bcryptjs เข้ารหัสผ่าน Password Salt 10 รอบ
• jsonwebtoken (JWT) ตรวจสอบสิทธิ์ทุก Request
• mysql2 Connection Pool ป้องกัน Latency
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6459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DATABASE &amp; DEVOPS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1920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🐬 MySQL 8.0 &amp; Docker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242316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Relational Schema แยกตาราง Users/Moods
• Foreign Key &amp; ON DELETE CASCADE
• Docker Persistent Volume รักษาข้อมูลถาวร
• Docker Compose สั่งรันทั้งระบบในคำสั่งเดียว
• Cloudflare Tunnel เข้าทดสอบผ่านสมาร์ตโฟน
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69848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Client Browser / Mobile  ⇆  Nginx Proxy (:8080)  ⇆  Node-RED Engine (:1880)  ⇆  MySQL Database (:3306)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6F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03 / SCREEN WALKTHROUGH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3E5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ระบบสมัครสมาชิกและยืนยันตัวตน (Authentication)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MoodMate — Student Mood Tracking Web Application | Demo Presentation</a:t>
            </a:r>
            <a:endParaRPr lang="en-US" sz="900" dirty="0"/>
          </a:p>
        </p:txBody>
      </p:sp>
      <p:pic>
        <p:nvPicPr>
          <p:cNvPr id="6" name="Image 0" descr="D:\MoodMate\presentation\screenshots\01_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63040"/>
            <a:ext cx="5669280" cy="4663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75120" y="1463040"/>
            <a:ext cx="4754880" cy="46634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0" y="17373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F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🔐 การรักษาความปลอดภัยบัญชีผู้ใช้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49440" y="224028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แยกข้อมูลรายบุคคล 100% (User Data Isolation):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ผู้ใช้แต่ละคนมองเห็นเฉพาะบันทึกของตนเอง ไม่สามารถดูของคนอื่นได้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การเข้ารหัสผ่าน (Password Hashing):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ใช้ bcryptjs พร้อม Salt Rounds 10 ในการเข้ารหัสก่อนบันทึก ไม่มีการเก็บ Plain-text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ระบบ JSON Web Token (JWT):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ออก Token อายุ 7 วัน จัดเก็บใน LocalStorage พร้อม Header Authorization ตรวจสอบสิทธิ์ทุก API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การตรวจสอบอีเมลซ้ำ (Duplicate Prevention):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ระบบปฏิเสธการลงทะเบียนอีเมลซ้ำพร้อมแจ้งเตือนผู้ใช้งาน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6F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04 / SCREEN WALKTHROUGH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3E5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แดชบอร์ดสรุปผลสุขภาพใจประจำวัน (Student Dashboard)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MoodMate — Student Mood Tracking Web Application | Demo Presentation</a:t>
            </a:r>
            <a:endParaRPr lang="en-US" sz="900" dirty="0"/>
          </a:p>
        </p:txBody>
      </p:sp>
      <p:pic>
        <p:nvPicPr>
          <p:cNvPr id="6" name="Image 0" descr="D:\MoodMate\presentation\screenshots\02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63040"/>
            <a:ext cx="5669280" cy="4663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75120" y="1463040"/>
            <a:ext cx="4754880" cy="46634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0" y="17373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F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📊 ฟังก์ชันเด่นบนหน้าแดชบอร์ด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49440" y="224028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การทักทายแบบ Personalized Greeting: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แสดงชื่อนักศึกษา ข้อความสร้างแรงบันดาลใจ และสถิติ Streak วันที่บันทึกต่อเนื่อง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สถานะการเช็คอินวันนี้ (Today Mood Status):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บอกสถานะชัดเจนว่าวันนี้บันทึกอารมณ์แล้วหรือยัง พร้อมปุ่มกดบันทึกทันที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Quick Summary Metrics: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แสดงคะแนนอารมณ์เฉลี่ยประจำสัปดาห์, ชั่วโมงการนอนเฉลี่ย, และระดับพลังงาน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การดึงข้อมูลอัตโนมัติ (RxJS forkJoin):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โหลดข้อมูลแดชบอร์ดและสถิติพร้อมกันแบบ Asynchronous ปราศจากปัญหาค้าง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6F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05 / SCREEN WALKTHROUGH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3E5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ระบบเช็คอินและบันทึกอารมณ์ (Daily Mood Check-in)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MoodMate — Student Mood Tracking Web Application | Demo Presentation</a:t>
            </a:r>
            <a:endParaRPr lang="en-US" sz="900" dirty="0"/>
          </a:p>
        </p:txBody>
      </p:sp>
      <p:pic>
        <p:nvPicPr>
          <p:cNvPr id="6" name="Image 0" descr="D:\MoodMate\presentation\screenshots\03_check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63040"/>
            <a:ext cx="5669280" cy="4663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75120" y="1463040"/>
            <a:ext cx="4754880" cy="46634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0" y="17373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F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📝 ขั้นตอนการบันทึกอารมณ์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49440" y="224028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1. เลือกคะแนนอารมณ์ 5 ระดับ: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มีความสุขมาก (5), สงบ/ดี (4), ปกติ (3), เศร้า/เหนื่อย (2), เครียด/กังวล (1)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2. ระบุปัจจัยต้นเหตุ (Influencing Factors):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การเรียน, สอบ, เพื่อน, แฟน, ครอบครัว, การเงิน, หรือสุขภาพ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3. บันทึกระดับพลังงาน &amp; การนอนหลับ: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ระบุชั่วโมงการนอน (0-24 ชม.) และ Energy Level (1-5) เพื่อดูความสัมพันธ์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4. ไดอารี่ระบายความรู้สึก (Personal Note):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พิมพ์บันทึกสิ่งดีๆ หรือเรื่องที่กังวลใจ เพื่อปลดปล่อยความรู้สึก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6F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06 / SCREEN WALKTHROUGH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3E5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การวิเคราะห์และแสดงผลสถิติแนวโน้ม (Mood Analytics &amp; Insights)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MoodMate — Student Mood Tracking Web Application | Demo Presentation</a:t>
            </a:r>
            <a:endParaRPr lang="en-US" sz="900" dirty="0"/>
          </a:p>
        </p:txBody>
      </p:sp>
      <p:pic>
        <p:nvPicPr>
          <p:cNvPr id="6" name="Image 0" descr="D:\MoodMate\presentation\screenshots\04_analyt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63040"/>
            <a:ext cx="5669280" cy="4663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675120" y="1463040"/>
            <a:ext cx="4754880" cy="46634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0" y="17373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F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📈 การประมวลผลข้อมูลสถิติสุขภาพใจ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49440" y="224028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Mood Trend Line Chart: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กราฟเส้นแสดงคะแนนอารมณ์ย้อนหลัง 7 วัน และ 30 วัน ช่วยให้สังเกต Pattern ความเครียดได้ทันที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Mood Distribution Doughnut Chart: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แผนภูมิโดนัทแสดงสัดส่วนอารมณ์ประเภทต่างๆ คิดเป็นเปอร์เซ็นต์อย่างชัดเจน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Sleep &amp; Energy Correlation: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คำนวณเปรียบเทียบชั่วโมงการนอนกับคะแนนอารมณ์ เพื่อให้เห็นความสำคัญของการพักผ่อน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ตัวกรองช่วงเวลา (Time Filter):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เลือกดูข้อมูลย้อนหลัง 7 วัน, 30 วัน หรือทั้งหมดได้อย่างยืดหยุ่น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6F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07 / SCREEN WALKTHROUGH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3E5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ประวัติอารมณ์ย้อนหลังและกิจกรรมดูแลใจ (History &amp; Self-Care)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MoodMate — Student Mood Tracking Web Application | Demo Presentation</a:t>
            </a:r>
            <a:endParaRPr lang="en-US" sz="900" dirty="0"/>
          </a:p>
        </p:txBody>
      </p:sp>
      <p:pic>
        <p:nvPicPr>
          <p:cNvPr id="6" name="Image 0" descr="D:\MoodMate\presentation\screenshots\05_his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63040"/>
            <a:ext cx="5212080" cy="4663440"/>
          </a:xfrm>
          <a:prstGeom prst="rect">
            <a:avLst/>
          </a:prstGeom>
        </p:spPr>
      </p:pic>
      <p:pic>
        <p:nvPicPr>
          <p:cNvPr id="7" name="Image 1" descr="D:\MoodMate\presentation\screenshots\06_activiti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463040"/>
            <a:ext cx="52120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6F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08 / VERIFICATION &amp; ACCESS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3E5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การทดสอบระบบและการใช้งานบนมือถือ (Mobile View &amp; QA)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MoodMate — Student Mood Tracking Web Application | Demo Presentation</a:t>
            </a:r>
            <a:endParaRPr lang="en-US" sz="900" dirty="0"/>
          </a:p>
        </p:txBody>
      </p:sp>
      <p:pic>
        <p:nvPicPr>
          <p:cNvPr id="6" name="Image 0" descr="D:\MoodMate\presentation\screenshots\07_mobile_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" y="1463040"/>
            <a:ext cx="3200400" cy="4663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54880" y="1463040"/>
            <a:ext cx="6675120" cy="46634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0" y="173736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F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📱 การเข้าถึงผ่านสมาร์ตโฟน &amp; ความพร้อมใช้งาน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0" y="2240280"/>
            <a:ext cx="6126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Mobile-First Responsive Design: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ออกแบบ UI ให้รองรับหน้าจอสมาร์ตโฟน ปุ่มกดง่าย ตัวหนังสือคมชัด และเมนู Bottom/Drawer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Cloudflare Live Tunnel (HTTPS):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สร้างสคริปต์เปิด Tunnel เชื่อมต่อมือถือเข้ากับเครื่องเดโมได้ทันที โดยไม่ต้องตั้งค่า Router หรือเปิด Port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5966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Automated Test Suite 21 / 21 Tests (100% Pass):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- ทดสอบ Register, Duplicate Check, Login/Logout, Token Expiry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- ทดสอบ CRUD Mood Entries, Date Uniqueness Constraint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- ทดสอบ Cross-user Data Isolation (ผู้ใช้ A ห้ามแก้ข้อมูลผู้ใช้ B)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- ทดสอบ Cascade Account Deletion และ Persistence หลังรีสตาร์ต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6F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09 / CONCLUSION &amp; FUTURE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3E5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สรุปผลการดำเนินงานและแผนพัฒนาต่อยอด (Conclusion)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865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MoodMate — Student Mood Tracking Web Application | Demo Presentation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12064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91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🏆 ความสำเร็จของโครงงาน (Achievements)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ระบบทำงานได้จริงครบวงจร (End-to-End):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Frontend, Backend REST API และ Database เชื่อมต่อเสถียร 100%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ประสบการณ์ใช้งานที่ลื่นไหล (UX/UI):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ออกแบบโทนสีอบอุ่น ลดความเครียด บันทึกง่ายภายใน 1 นาที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คุณภาพซอฟต์แวร์ระดับมืออาชีพ: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มีชุดทดสอบอัตโนมัติ รันผ่าน Docker ได้ในคำสั่งเดียว และรองรับการใช้งานผ่านมือถือ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21208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916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F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🔮 แผนพัฒนาในอนาคต (Future Roadmap)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ระบบแจ้งเตือนรายวัน (Push Notification):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แจ้งเตือนให้นักศึกษาเข้ามาเช็คอินอารมณ์ก่อนนอนเป็นประจำ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AI Mood Companion &amp; Advice: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ใช้โมเดลปัญญาประดิษฐ์ให้กำลังใจและวิเคราะห์สภาวะจิตใจเชิงลึก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• การส่งออกรายงานสรุปสุขภาพใจ (PDF Export):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สร้างรายงานสรุปประวัติอารมณ์สำหรับปรึกษาอาจารย์หรือจิตแพทย์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5120640"/>
            <a:ext cx="10698480" cy="1051560"/>
          </a:xfrm>
          <a:prstGeom prst="roundRect">
            <a:avLst>
              <a:gd name="adj" fmla="val 10435"/>
            </a:avLst>
          </a:prstGeom>
          <a:solidFill>
            <a:srgbClr val="E8EFF9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12064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ขอขอบพระคุณอาจารย์และคณะกรรมการทุกท่าน 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ยินดีรับฟังข้อเสนอแนะและตอบข้อซักถาม (Q&amp;A Session)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Computer Science / Software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MoodMate - Student Mood Tracking Web Application</dc:title>
  <dc:subject>Project Presentation &amp; System Walkthrough</dc:subject>
  <dc:creator>MoodMate Project Team</dc:creator>
  <cp:lastModifiedBy>MoodMate Project Team</cp:lastModifiedBy>
  <cp:revision>1</cp:revision>
  <dcterms:created xsi:type="dcterms:W3CDTF">2026-10-25T08:08:30Z</dcterms:created>
  <dcterms:modified xsi:type="dcterms:W3CDTF">2026-10-25T08:08:30Z</dcterms:modified>
</cp:coreProperties>
</file>