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18872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🌱 MOODMATE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188720" y="21031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เว็บติดตามอารมณ์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และดูแลสุขภาพใจสำหรับนักศึกษา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188720" y="356616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Mood Tracking &amp; Mental Health Check-in Web Application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ระบบดูแลสุขภาพใจเบื้องต้น รองรับการใช้งานทั้งคอมพิวเตอร์และมือถือ 100%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188720" y="4389120"/>
            <a:ext cx="1737360" cy="411480"/>
          </a:xfrm>
          <a:prstGeom prst="roundRect">
            <a:avLst>
              <a:gd name="adj" fmla="val 4444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4389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22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108960" y="4389120"/>
            <a:ext cx="1737360" cy="411480"/>
          </a:xfrm>
          <a:prstGeom prst="roundRect">
            <a:avLst>
              <a:gd name="adj" fmla="val 4444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0" y="4389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 API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4389120"/>
            <a:ext cx="1737360" cy="411480"/>
          </a:xfrm>
          <a:prstGeom prst="roundRect">
            <a:avLst>
              <a:gd name="adj" fmla="val 4444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4389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8.0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949440" y="4389120"/>
            <a:ext cx="1737360" cy="411480"/>
          </a:xfrm>
          <a:prstGeom prst="roundRect">
            <a:avLst>
              <a:gd name="adj" fmla="val 4444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0" y="4389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4389120"/>
            <a:ext cx="1737360" cy="411480"/>
          </a:xfrm>
          <a:prstGeom prst="roundRect">
            <a:avLst>
              <a:gd name="adj" fmla="val 44444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4389120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Pages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BACKGROUND &amp; GOALS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ที่มาและความสำคัญ (Problem &amp; Motivation)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ปัญหาที่พบในชีวิตนักศึกษา (Pain Points)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ความเครียดสะสมรอบด้าน: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การเรียน, การสอบโปรเจกต์, ความสัมพันธ์, การเงิน และการปรับตัว
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ขาดการสังเกตอารมณ์ตนเอง: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มักละเลยความรู้สึกจนกระทบต่อสุขภาพกายและผลการเรียน
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แอปพลิเคชันทั่วไปมีข้อจำกัด: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มีค่าใช้จ่าย (Subscription), ใช้งานยาก หรือรุกล้ำความเป็นส่วนตัว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สิ่งที่ MoodMate มอบให้ (The Solution)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พื้นที่ปลอดภัย (Safe Zone):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เช็กอินอารมณ์รายวันได้ใน 1 นาที โดยไม่ต้องกลัวใครตัดสิน
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ฟรี 100% สำหรับนักศึกษา: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ไม่มีค่าใช้จ่ายแอบแฝง เข้าใช้งานได้ทั้งคอมพิวเตอร์และมือถือ
</a:t>
            </a:r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ไม่ใช้ AI และเคารพความเป็นส่วนตัว: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ไม่นำข้อมูลความรู้สึกไปเทรนโมเดล จัดเก็บใน MySQL จริงอย่างปลอดภัย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TECHNICAL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สถาปัตยกรรมระบบ (System Architecture &amp; Tech Stack)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2560320" cy="4754880"/>
          </a:xfrm>
          <a:prstGeom prst="roundRect">
            <a:avLst>
              <a:gd name="adj" fmla="val 5357"/>
            </a:avLst>
          </a:prstGeom>
          <a:solidFill>
            <a:srgbClr val="EEF2FF"/>
          </a:solidFill>
          <a:ln w="19050">
            <a:solidFill>
              <a:srgbClr val="C7D2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54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(หน้าบ้าน)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686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Angular 22 + TypeScript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286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Page Application (SPA)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SCSS Modern Pastel UI Theme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Reactive Forms ตรวจสอบฟอร์ม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Chart.js เรนเดอร์กราฟสถิติ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Responsive Mobile-first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1371600"/>
            <a:ext cx="2560320" cy="4754880"/>
          </a:xfrm>
          <a:prstGeom prst="roundRect">
            <a:avLst>
              <a:gd name="adj" fmla="val 5357"/>
            </a:avLst>
          </a:prstGeom>
          <a:solidFill>
            <a:srgbClr val="F0F9FF"/>
          </a:solidFill>
          <a:ln w="19050">
            <a:solidFill>
              <a:srgbClr val="BAE6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554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(หลังบ้าน)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661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 RESTful API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566160" y="2286000"/>
            <a:ext cx="2286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REST API แยก 5 หมวดหมู่ชัดเจน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mysql2 (Prepared Statements)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bcryptjs (Password Hashing)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jsonwebtoken (JWT Auth)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ปิด Editor เพื่อความปลอดภัย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371600"/>
            <a:ext cx="2560320" cy="4754880"/>
          </a:xfrm>
          <a:prstGeom prst="roundRect">
            <a:avLst>
              <a:gd name="adj" fmla="val 5357"/>
            </a:avLst>
          </a:prstGeom>
          <a:solidFill>
            <a:srgbClr val="FAF5FF"/>
          </a:solidFill>
          <a:ln w="19050">
            <a:solidFill>
              <a:srgbClr val="E9D5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1554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(ฐานข้อมูล)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6364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8.0 Community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263640" y="2286000"/>
            <a:ext cx="2286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Character Set utf8mb4 (ไทย/Emoji)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Foreign Keys แบบ Cascade Deletion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Unique Constraint ป้องกันวันซ้ำ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Volume เก็บข้อมูลถาวร (Persistent)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23960" y="1371600"/>
            <a:ext cx="2560320" cy="4754880"/>
          </a:xfrm>
          <a:prstGeom prst="roundRect">
            <a:avLst>
              <a:gd name="adj" fmla="val 5357"/>
            </a:avLst>
          </a:prstGeom>
          <a:solidFill>
            <a:srgbClr val="ECFDF5"/>
          </a:solidFill>
          <a:ln w="19050">
            <a:solidFill>
              <a:srgbClr val="A7F3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0" y="1554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&amp; Hosting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6112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&amp; GitHub Pages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61120" y="2286000"/>
            <a:ext cx="22860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Docker Compose จัดการ 3 Services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Nginx Reverse Proxy /api/ ไปหลังบ้าน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GitHub Pages ให้บริการเว็บสาธารณะ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รองรับ Tunnel สำหรับเปิดบนมือถือ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CORE FEATURES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ฟังก์ชันบันทึกอารมณ์และแดชบอร์ด (Check-in &amp; Dashboard)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🌱 ระบบบันทึกอารมณ์ (Mood Check-in)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011680"/>
            <a:ext cx="45720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 ระดับอารมณ์ พร้อม Emoji ภาษาไทย: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1. แย่มาก 😞  2. ไม่ค่อยดี 🙁  3. ปกติ 😐  4. ดี 🙂  5. ดีมาก 😄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ปัจจัยที่เกี่ยวข้อง (Multi-select Badges):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การเรียน, การสอบ, เพื่อน, ครอบครัว, ความสัมพันธ์, การเงิน, การนอน ฯลฯ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ระดับความเครียด 1–5 และไดอารี่บันทึกความรู้สึก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ป้องกันบันทึกซ้ำวันเดียวกัน: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มีหน้าต่างแจ้งเตือนพร้อมปุ่มแก้ไขบันทึกเดิม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แดชบอร์ดสรุปผล (User Dashboard)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011680"/>
            <a:ext cx="46634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ทักทายด้วยชื่อผู้ใช้จริง และแสดงอารมณ์ล่าสุด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สรุปสถิติสำคัญ: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จำนวนวันที่บันทึกทั้งหมด, ค่าเฉลี่ยอารมณ์ และความเครียดสะสม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กราฟแนวโน้มอารมณ์ 7 วันล่าสุด (Chart.js Line Chart):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เห็นความเปลี่ยนแปลงของใจแบบไดนามิกจากฐานข้อมูลจริง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รายการบันทึกล่าสุด พร้อมปุ่มแก้ไขและลบรายการ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DATA VISUALIZATION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สถิติและบทวิเคราะห์สุขภาพใจ (Analytics &amp; Insights)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การวิเคราะห์ข้อมูลเชิงบวก (Non-clinical Supportive Insights)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เปรียบเทียบช่วงเวลา (7 วัน vs 30 วัน):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ช่วยให้นักศึกษาเห็นภาพรวมสุขภาพใจทั้งระยะสั้นและระยะยาว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กราฟสัดส่วนระดับอารมณ์ (Mood Distribution):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แสดงจำนวนครั้งของอารมณ์แต่ละระดับในรูปแบบแผนภูมิโดนัทเข้าใจง่าย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อันดับปัจจัยที่มีผลต่อใจบ่อยที่สุด (Top Influencing Factors):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แจกแจงเป็นเปอร์เซ็นต์ว่าเรื่องใดส่งผลกระทบต่อความรู้สึกมากที่สุด เช่น "การสอบ" หรือ "การนอนหลับ"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คำแนะนำด้วยภาษาที่เป็นมิตรและให้กำลังใจ: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สร้างข้อความสนับสนุนตามสถิติจริง ปราศจากการวินิจฉัยโรคทางการแพทย์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WELLNESS TOOLKIT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กิจกรรมดูแลใจและฟื้นฟูพลัง (Self-care Activities)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F0FDF4"/>
          </a:solidFill>
          <a:ln w="12700">
            <a:solidFill>
              <a:srgbClr val="BAE6F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🧘‍♀️ วิดเจ็ตฝึกหายใจแบบ 4-7-8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เทคนิคผ่อนคลายระบบประสาทที่เป็นสากล: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ช่วยลดอัตราการเต้นของหัวใจและคลายความวิตกกังวลในไม่กี่นาที
</a:t>
            </a:r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Animation &amp; Timer: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1. หายใจเข้าช้า ๆ 4 วินาที (วงกลมขยายตัว)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2. กลั้นลมหายใจไว้ 7 วินาที (รักษาสมดุล)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3. ผ่อนลมหายใจออก 8 วินาที (วงกลมหดตัว)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ผู้ใช้สามารถกดเริ่มและหยุดฝึกได้ตามต้องการ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✨ กิจกรรมฮีลใจและประวัติการดูแลตัวเอง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กิจกรรมที่คัดสรรสำหรับนักศึกษา: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พักสายตาด้วยกฎ 20-20-20
   - เดินยืดเหยียดร่างกาย 10 นาที
   - ฟังดนตรี Lo-fi ผ่อนคลาย
   - เขียนบันทึกระบายความรู้สึก (Journaling)
   - พูดคุยกับเพื่อนสนิทหรือคนที่ไว้ใจ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ติ๊ก "ทำสำเร็จแล้ว" บันทึกลงฐานข้อมูลจริง:
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เก็บบันทึกประวัติในตาราง user_activity_logs และแสดงวันเวลาที่ทำกิจกรรมสำเร็จ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SECURITY MEASURES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ความปลอดภัยและความเป็นส่วนตัว (Security &amp; Privacy)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46304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การแยกสิทธิ์ข้อมูลเด็ดขาด (Strict Data Isolation)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ตรวจสอบ user_id จาก JWT Token เสมอ ผู้ใช้ A ไม่สามารถแอบดูหรือแก้ไขข้อมูลของผู้ใช้ B ได้ (ตอบกลับ 404 Not Found)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31520" y="233172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2316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🛡️ ป้องกัน SQL Injection 100%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ใช้ Prepared Statements และ Parameterized Queries ผ่าน mysql2 ไม่มีการต่อ String ในคำสั่ง SQL อย่างเด็ดขาด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31520" y="329184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38328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การรักษาความปลอดภัยรหัสผ่าน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7033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รหัสผ่านถูกแฮชด้วย bcryptjs (Salt 10 Rounds) ก่อนบันทึกลง MySQL และไม่มีการส่งรหัสผ่านกลับไปใน API Response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" y="425196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34340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🗑️ สิทธิในการลบข้อมูล (Right to be Forgotten)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ผู้ใช้สามารถกดลบบัญชีที่หน้า Profile ข้อมูลบันทึกและประวัติกิจกรรมจะถูกลบถาวรออกจาก MySQL ด้วย Foreign Key Cascade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" y="5212080"/>
            <a:ext cx="1069848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303520"/>
            <a:ext cx="10332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📞 ข้อตกลงและการช่วยเหลือเร่งด่วน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56235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มีนโยบายความเป็นส่วนตัวชัดเจน พร้อมแสดงเบอร์สายด่วนสุขภาพจิต 1323 (โทรฟรี 24 ชม.)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SYSTEM VERIFICATION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การทดสอบระบบ (Quality Assurance &amp; Test Suite)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1069848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ผลการรันทดสอบอัตโนมัติ (Automated Test Suite: 21 ผ่านครบ / 0 ผิดพลาด)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3291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Register ผู้ใช้ A สำเร็จ บันทึกลง MySQL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ป้องกันสมัครด้วยอีเมลซ้ำ (409 Conflict)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 ด้วยรหัสถูกต้อง ได้รับ JWT Token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ปฏิเสธ Login เมื่อรหัสผ่านผิด (401)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ปฏิเสธการเข้าถึง API หากไม่มี Token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ดึงข้อมูลส่วนตัวถูกต้องจาก Token /auth/me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80560" y="2103120"/>
            <a:ext cx="3291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บันทึกอารมณ์สำเร็จพร้อมระดับคะแนนและปัจจัย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ป้องกันบันทึกอารมณ์ซ้ำวันเดียวกัน (409)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Isolation: ผู้ใช้ B แอบอ่านข้อมูล A ไม่ได้ (404)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Isolation: ผู้ใช้ B แอบแก้ข้อมูล A ไม่ได้ (404)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ผู้ใช้ A เปิดอ่านและแก้ไขบันทึกตัวเองได้ปกติ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ลบบันทึกอารมณ์สำเร็จ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955280" y="2103120"/>
            <a:ext cx="3291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คำนวณสถิติ Analytics เมื่อมีข้อมูลและไม่มีข้อมูล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ดึง Master List กิจกรรม Self-care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บันทึกการทำกิจกรรมลงตาราง log สำเร็จ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แก้ไขชื่อแสดงผลและรหัสนักศึกษาได้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สั่งลบบัญชีผู้ใช้ B และ Cascade ลบข้อมูลทั้งหมด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ทดสอบ Database Persistence หลังสั่ง Restart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DEPLOYMENT STRATEGY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การเผยแพร่และรองรับการใช้งานบนมือถือ (Deployment &amp; Mobile)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MoodMate — Student Mood Tracking Web Application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371600"/>
            <a:ext cx="512064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เผยแพร่ผ่าน GitHub Pages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URL สาธารณะอย่างเป็นทางการ: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https://tangeiei.github.io/MoodMate/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Single Page Application (SPA) Routing: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แก้ปัญหาการรีเฟรชหน้าด้วย 404.html Fallback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GitHub Actions CI/CD อัตโนมัติ: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เมื่อ Push โค้ดขึ้น main ระบบจะ Build และ Deploy ขึ้น gh-pages ทันที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371600"/>
            <a:ext cx="5212080" cy="4754880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การเข้าใช้งานผ่านสมาร์ตโฟน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10312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Mobile-first Responsive UI: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ออกแบบให้ใช้งานง่ายบนหน้าจอมือถือทุกขนาด มี Hamburger Menu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สคริปต์เชื่อมต่อมือถือ (start-mobile.bat):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ดับเบิลคลิกเดียว สร้าง Live Tunnel (HTTPS) เชื่อมต่อ Docker ในเครื่อง
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รองรับทั้ง 4G/5G และ Wi-Fi: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ทดลองล็อกอินและบันทึกอารมณ์ลง MySQL จริงได้ทันที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371600"/>
            <a:ext cx="10698480" cy="4389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7D2FE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1188720" y="17373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สรุปผลการดำเนินงานและแผนพัฒนาในอนาคต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188720" y="2377440"/>
            <a:ext cx="960120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ความสำเร็จของโครงงาน: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ได้เว็บแอปพลิเคชัน MoodMate ที่พร้อมใช้งานจริงทั้ง Frontend, Backend API, MySQL และ Docker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แผนพัฒนาต่อยอด (Future Roadmap):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เพิ่มระบบแจ้งเตือนบันทึกอารมณ์ประจำวัน (Push Notification)
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- พัฒนาระบบส่งออกรายงานสรุปสุขภาพใจประจำเดือนเป็นเอกสาร PDF สำหรับคุยกับผู้เชี่ยวชาญ
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ขอขอบพระคุณอาจารย์และคณะกรรมการทุกท่านครับ / ค่ะ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ยินดีรับฟังข้อเสนอแนะและตอบข้อซักถาม (Q&amp;A)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Student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MoodMate - Student Mood Tracking Web Application</dc:title>
  <dc:subject>PptxGenJS Presentation</dc:subject>
  <dc:creator>MoodMate Developer</dc:creator>
  <cp:lastModifiedBy>MoodMate Developer</cp:lastModifiedBy>
  <cp:revision>1</cp:revision>
  <dcterms:created xsi:type="dcterms:W3CDTF">2026-10-25T07:01:07Z</dcterms:created>
  <dcterms:modified xsi:type="dcterms:W3CDTF">2026-10-25T07:01:07Z</dcterms:modified>
</cp:coreProperties>
</file>